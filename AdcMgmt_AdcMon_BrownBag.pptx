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ADC Management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C8C8C8"/>
                </a:solidFill>
              </a:rPr>
              <a:t>AdcMgmt/AdcMon Brown Bag Session</a:t>
            </a:r>
          </a:p>
          <a:p>
            <a:r>
              <a:rPr sz="2800">
                <a:solidFill>
                  <a:srgbClr val="C8C8C8"/>
                </a:solidFill>
              </a:rPr>
              <a:t>Mike Biancaniello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• AdcMgmt: Management platform for ADCv3 containers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- ServiceNow-based interface</a:t>
            </a:r>
          </a:p>
          <a:p>
            <a:pPr/>
            <a:r>
              <a:rPr sz="2000">
                <a:solidFill>
                  <a:srgbClr val="333333"/>
                </a:solidFill>
              </a:rPr>
              <a:t>  - Deploy, configure, and operate containers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• Adcmon: Monitoring service for container health</a:t>
            </a:r>
          </a:p>
          <a:p>
            <a:pPr/>
            <a:r>
              <a:rPr sz="2000">
                <a:solidFill>
                  <a:srgbClr val="333333"/>
                </a:solidFill>
              </a:rPr>
              <a:t>  - Manages BGP routes (similar to RHI)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- Provides automatic failover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• Key Concept: Adcmon Services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- Redundant adcmon hosts monitoring containers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- Rack-based: can only monitor same rack</a:t>
            </a:r>
          </a:p>
          <a:p>
            <a:pPr/>
            <a:r>
              <a:rPr sz="2000">
                <a:solidFill>
                  <a:srgbClr val="333333"/>
                </a:solidFill>
              </a:rPr>
              <a:t>  - Auto-assigned when Deploy Host created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Why Do We Need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Problems Solved: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Automated container health monitoring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BGP route failover (no manual intervention)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Single pane of glass for all deployments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Geographic scalability &amp; standardization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Value Proposition: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High availability with automatic failover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Reduced manual work &amp; errors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Enables follow-the-sun support (Q4 goal)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Compliance &amp;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AdcMgt (Management Plane)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↓ Creates &amp; Associates</a:t>
            </a:r>
          </a:p>
          <a:p>
            <a:pPr/>
            <a:r>
              <a:rPr sz="2000">
                <a:solidFill>
                  <a:srgbClr val="333333"/>
                </a:solidFill>
              </a:rPr>
              <a:t>Adcmon Services (Monitoring Plane)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Redundant adcmon hosts per rack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Continuous health checks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BGP route management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↓ BGP Updates</a:t>
            </a:r>
          </a:p>
          <a:p>
            <a:pPr/>
            <a:r>
              <a:rPr sz="2000">
                <a:solidFill>
                  <a:srgbClr val="333333"/>
                </a:solidFill>
              </a:rPr>
              <a:t>Network Routers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Make routing decisions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Route traffic based on BGP 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Container Monitoring &amp; Failover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1. Container Creation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Deploy Host created in AdcMgt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2. Service Assignment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Adcmon service from same rack auto-assigned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3. Continuous Monitoring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Adcmon polls health every N seconds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4. State Change Reaction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Healthy   → BGP routes advertised → Traffic flows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Unhealthy → BGP routes withdrawn → Traffic fails over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Recovered → BGP routes re-advertised → Traffic restored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Key Database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adcmon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Adcmon service definitions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Fields: rack (auto), datacenter (derived)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adcmonhosts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Individual adcmon monitor hosts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Links: adcmon_service, host, rack, datacenter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deployhosts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ADCv3 containers being monitored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Auto-assigned to adcmon_service in same rack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Customer &amp; Automation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Direct API Users: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CNS users request new ADC deployments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Provisioning systems query status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Monitoring systems scrape metrics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BGP Route Recipients: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Network routers receive BGP updates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Automatic failover (transparent to customers)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No customer code changes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Access &amp; Roles (Request via PAGA)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x_snc_adcmgt.ro (Read-Only)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View all data - perfect for troubleshooting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x_snc_adcmgt.operations (Operator)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Manage configs, commit/deprovision containers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x_snc_adcmgt.infra_admin (Infrastructure Admin)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Create Deploy Hosts/Types, manage infrastructure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x_snc_adcmgt.adcmon_admin (Adcmon Admin)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Administer adcmon services &amp; assignments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Note: Request access for EACH environment separately!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Day-to-Day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✓ Check container health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Query deployhosts table in AdcMgmt UI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✓ Verify BGP routes advertised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SSH to adcmon host, check 'show ip bgp'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✓ Troubleshoot container issues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Check adcmon logs, verify network path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✓ Update ADC configuration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Edit pools, members, aliases in AdcMgmt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✓ Create new deployments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Use Generic ADC Builder wizard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Creating New ADC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Via Generic ADC Builder Wizard (Recommended):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1. AdcMgt → Wizards → Generic ADC Builder</a:t>
            </a:r>
          </a:p>
          <a:p>
            <a:pPr/>
            <a:r>
              <a:rPr sz="2000">
                <a:solidFill>
                  <a:srgbClr val="333333"/>
                </a:solidFill>
              </a:rPr>
              <a:t>2. Fill parameters (name, location, config template)</a:t>
            </a:r>
          </a:p>
          <a:p>
            <a:pPr/>
            <a:r>
              <a:rPr sz="2000">
                <a:solidFill>
                  <a:srgbClr val="333333"/>
                </a:solidFill>
              </a:rPr>
              <a:t>3. Submit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System Automatically: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Creates Deploy Host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Selects adcmon service from same rack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Assigns deployment infrastructure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Starts monitoring immediately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Advertises BGP routes when healthy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Common Issues &amp; Fixes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❌ Container not receiving traffic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Check adcmon health logs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Verify container is accessible from adcmon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Check BGP session to router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❌ Adcmon service down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Verify which adcmon hosts are down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Activate failover/redundancy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Contact Adcmon team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❌ Routes stuck advertised (should withdraw)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Force health check re-evaluation</a:t>
            </a:r>
          </a:p>
          <a:p>
            <a:pPr/>
            <a:r>
              <a:rPr sz="2000">
                <a:solidFill>
                  <a:srgbClr val="333333"/>
                </a:solidFill>
              </a:rPr>
              <a:t>   → Check adcmon logs for polling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Debugging Steps (Step-by-Step)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Step 1: Verify AdcMgt State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Query deployhosts table, check status &amp; timestamp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Step 2: Check Adcmon Service Health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Find adcmon_service, verify hosts online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Step 3: Check Adcmon Logs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SSH to adcmon host, review health checks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Step 4: Verify BGP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SSH to router, check session status &amp; routes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Step 5: Escalate if Needed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Adcmon team, Network Engineering, etc.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Signs of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Container Level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❌ Status = 'unhealthy' in AdcMgmt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❌ Health check timeouts in logs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❌ Last update &gt; 5 minutes old (stale)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Service Level (Adcmon)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❌ Adcmon service down/degraded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❌ Only one adcmon host responding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❌ No BGP updates &gt; 5 minutes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Network Level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❌ BGP session down/flapping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❌ Routes not updating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Manual Health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From adcmon host: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ping &lt;container_ip&gt;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✓ Should respond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curl -I http://&lt;container_ip&gt;:&lt;port&gt;/health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✓ Should return 200 OK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show ip bgp summary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✓ Session should be 'Established'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show ip bgp neighbors &lt;router_ip&gt;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✓ Routes advertised/withdrawn as expected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Where Are the Documents?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Location: /git/cns_doc/content/NSD/2_ADC_Landing_Page/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📌 Start Here: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AdcMgt_Datacenter/AdcMgt_Adcmon/_index.md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📚 Other Resources: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Setup: AdcMgt_Adcmon/Setup/_index.md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Testing: Faking It/Setup Guide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Access Roles: access_roles/_index.md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FAQ: Deployment/f.a.q./_index.md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📋 Knowledge Base: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KB0538549 - Access Matrix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KB1120228 - Escalation Process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Where To Get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🛟 Immediate Help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Ask in #adc-management Slack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👥 Subject Matter Experts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AdcMgmt team: [See team directory]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Adcmon team: [Contact via Slack]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Network Engineering: BGP/routing issues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🎟️ Complex Issues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File ServiceNow ticket in CNS queue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Reference KB1120228 for escalation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🚨 Emergencies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→ Page on-call via PagerDuty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Team Channels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💬 Slack Channels: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#adc-management - General questions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#adcmon-support - Adcmon-specific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#adc-dev - Development topics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#platform-engineering - Automation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🔗 Tools &amp; Portals: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PAGA Tool: datacenter.service-now.com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AdcMgmt UI: ServiceNow datacenter instance</a:t>
            </a:r>
          </a:p>
          <a:p>
            <a:pPr/>
            <a:r>
              <a:rPr sz="2000">
                <a:solidFill>
                  <a:srgbClr val="333333"/>
                </a:solidFill>
              </a:rPr>
              <a:t>  • Git Docs: /git/cns_doc/content/.../ADC_Landing_Page/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4000" b="1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33333"/>
                </a:solidFill>
              </a:rPr>
              <a:t>✓ AdcMgmt = Management platform for ADCv3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Adcmon = Monitoring + BGP failover</a:t>
            </a:r>
          </a:p>
          <a:p>
            <a:pPr/>
            <a:r>
              <a:rPr sz="2000">
                <a:solidFill>
                  <a:srgbClr val="333333"/>
                </a:solidFill>
              </a:rPr>
              <a:t>✓ Work together for high availability</a:t>
            </a:r>
          </a:p>
          <a:p>
            <a:pPr/>
          </a:p>
          <a:p>
            <a:pPr/>
            <a:r>
              <a:rPr sz="2000">
                <a:solidFill>
                  <a:srgbClr val="333333"/>
                </a:solidFill>
              </a:rPr>
              <a:t>Next Steps for You:</a:t>
            </a:r>
          </a:p>
          <a:p>
            <a:pPr/>
            <a:r>
              <a:rPr sz="2000">
                <a:solidFill>
                  <a:srgbClr val="333333"/>
                </a:solidFill>
              </a:rPr>
              <a:t>  1. Request PAGA access (Read-Only first)</a:t>
            </a:r>
          </a:p>
          <a:p>
            <a:pPr/>
            <a:r>
              <a:rPr sz="2000">
                <a:solidFill>
                  <a:srgbClr val="333333"/>
                </a:solidFill>
              </a:rPr>
              <a:t>  2. Explore AdcMgt UI</a:t>
            </a:r>
          </a:p>
          <a:p>
            <a:pPr/>
            <a:r>
              <a:rPr sz="2000">
                <a:solidFill>
                  <a:srgbClr val="333333"/>
                </a:solidFill>
              </a:rPr>
              <a:t>  3. Join #adc-management Slack</a:t>
            </a:r>
          </a:p>
          <a:p>
            <a:pPr/>
            <a:r>
              <a:rPr sz="2000">
                <a:solidFill>
                  <a:srgbClr val="333333"/>
                </a:solidFill>
              </a:rPr>
              <a:t>  4. Run lab test using 'Faking It' guide</a:t>
            </a:r>
          </a:p>
          <a:p>
            <a:pPr/>
            <a:r>
              <a:rPr sz="2000">
                <a:solidFill>
                  <a:srgbClr val="333333"/>
                </a:solidFill>
              </a:rPr>
              <a:t>  5. Shadow on-call for real scenarios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